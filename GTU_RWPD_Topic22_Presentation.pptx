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5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9B1D3"/>
                </a:solidFill>
                <a:latin typeface="Aptos"/>
              </a:defRPr>
            </a:pPr>
            <a:r>
              <a:t>TUNEWAVE · GTU RWPD 2026 · TOPIC #22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5F4E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65F4E5"/>
                </a:solidFill>
                <a:latin typeface="Aptos"/>
              </a:defRPr>
            </a:pPr>
            <a:r>
              <a:t>GTU RWPD 2026  /  MICRO-PROJECT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1323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4500" b="1">
                <a:solidFill>
                  <a:srgbClr val="F5F5FF"/>
                </a:solidFill>
                <a:latin typeface="Aptos"/>
              </a:defRPr>
            </a:pPr>
            <a:r>
              <a:t>TuneWave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58568"/>
            <a:ext cx="80467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1">
                <a:solidFill>
                  <a:srgbClr val="65F4E5"/>
                </a:solidFill>
                <a:latin typeface="Aptos"/>
              </a:defRPr>
            </a:pPr>
            <a:r>
              <a:t>YOUR SOUND UNIVERSE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99232"/>
            <a:ext cx="6858000" cy="749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100" b="0">
                <a:solidFill>
                  <a:srgbClr val="A9B1D3"/>
                </a:solidFill>
                <a:latin typeface="Aptos"/>
              </a:defRPr>
            </a:pPr>
            <a:r>
              <a:t>A premium music-search website that bridges to NewPipe on 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75488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1">
                <a:solidFill>
                  <a:srgbClr val="9A78FF"/>
                </a:solidFill>
                <a:latin typeface="Aptos"/>
              </a:defRPr>
            </a:pPr>
            <a:r>
              <a:t>TOPIC #22  ·  MUSIC PLAYER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30352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F5F5FF"/>
                </a:solidFill>
                <a:latin typeface="Aptos"/>
              </a:defRPr>
            </a:pPr>
            <a:r>
              <a:t>Made By Kirtan Ka.patel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508760"/>
            <a:ext cx="3474720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0" b="1">
                <a:solidFill>
                  <a:srgbClr val="65F4E5"/>
                </a:solidFill>
                <a:latin typeface="Aptos"/>
              </a:defRPr>
            </a:pPr>
            <a:r>
              <a:t>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114800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FF5FC8"/>
                </a:solidFill>
                <a:latin typeface="Aptos"/>
              </a:defRPr>
            </a:pPr>
            <a:r>
              <a:t>SEARCH  →  NEWPIPE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5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9B1D3"/>
                </a:solidFill>
                <a:latin typeface="Aptos"/>
              </a:defRPr>
            </a:pPr>
            <a:r>
              <a:t>TUNEWAVE · GTU RWPD 2026 · TOPIC #22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5F4E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F5F5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A9B1D3"/>
                </a:solidFill>
                <a:latin typeface="Aptos"/>
              </a:defRPr>
            </a:pPr>
            <a:r>
              <a:t>What TuneWave does—and what it deliberately does not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3566160" cy="196596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65F4E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76272"/>
            <a:ext cx="316382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65F4E5"/>
                </a:solidFill>
                <a:latin typeface="Aptos"/>
              </a:defRPr>
            </a:pPr>
            <a:r>
              <a:t>THE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69464"/>
            <a:ext cx="3163824" cy="9235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A polished, responsive search home with quick search shortcuts and recent search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45920"/>
            <a:ext cx="3566160" cy="196596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810512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9A78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176272"/>
            <a:ext cx="316382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9A78FF"/>
                </a:solidFill>
                <a:latin typeface="Aptos"/>
              </a:defRPr>
            </a:pPr>
            <a:r>
              <a:t>THE 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569464"/>
            <a:ext cx="3163824" cy="9235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On Android, a user action sends a YouTube search URL to the NewPipe app using an Android intent link.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645920"/>
            <a:ext cx="3566160" cy="196596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810512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FF5FC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176272"/>
            <a:ext cx="316382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FF5FC8"/>
                </a:solidFill>
                <a:latin typeface="Aptos"/>
              </a:defRPr>
            </a:pPr>
            <a:r>
              <a:t>THE PLAYER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69464"/>
            <a:ext cx="3163824" cy="9235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NewPipe handles actual playback and background media controls. TuneWave does not host or extract the audio.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10424160" cy="1463040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A9B1D3"/>
                </a:solidFill>
                <a:latin typeface="Aptos"/>
              </a:defRPr>
            </a:pPr>
            <a:r>
              <a:t>•  No TuneWave account, premium tier, or music API key is required.</a:t>
            </a:r>
          </a:p>
          <a:p>
            <a:pPr>
              <a:spcAft>
                <a:spcPts val="1200"/>
              </a:spcAft>
              <a:defRPr sz="1500">
                <a:solidFill>
                  <a:srgbClr val="A9B1D3"/>
                </a:solidFill>
                <a:latin typeface="Aptos"/>
              </a:defRPr>
            </a:pPr>
            <a:r>
              <a:t>•  On PC/iOS, the website opens regular YouTube; NewPipe is Android-only.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5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9B1D3"/>
                </a:solidFill>
                <a:latin typeface="Aptos"/>
              </a:defRPr>
            </a:pPr>
            <a:r>
              <a:t>TUNEWAVE · GTU RWPD 2026 · TOPIC #22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5F4E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F5F5FF"/>
                </a:solidFill>
                <a:latin typeface="Aptos"/>
              </a:defRPr>
            </a:pPr>
            <a:r>
              <a:t>Connected application: NewPipe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A9B1D3"/>
                </a:solidFill>
                <a:latin typeface="Aptos"/>
              </a:defRPr>
            </a:pPr>
            <a:r>
              <a:t>The best match for free Android background listening—not an embeddable web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548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65F4E5"/>
                </a:solidFill>
                <a:latin typeface="Aptos"/>
              </a:defRPr>
            </a:pPr>
            <a:r>
              <a:t>NEWPIPE FOR 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6035040" cy="3108960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A9B1D3"/>
                </a:solidFill>
                <a:latin typeface="Aptos"/>
              </a:defRPr>
            </a:pPr>
            <a:r>
              <a:t>•  Free and open-source Android front end for YouTube.</a:t>
            </a:r>
          </a:p>
          <a:p>
            <a:pPr>
              <a:spcAft>
                <a:spcPts val="1200"/>
              </a:spcAft>
              <a:defRPr sz="1500">
                <a:solidFill>
                  <a:srgbClr val="A9B1D3"/>
                </a:solidFill>
                <a:latin typeface="Aptos"/>
              </a:defRPr>
            </a:pPr>
            <a:r>
              <a:t>•  Project lists background audio playback and popup mode.</a:t>
            </a:r>
          </a:p>
          <a:p>
            <a:pPr>
              <a:spcAft>
                <a:spcPts val="1200"/>
              </a:spcAft>
              <a:defRPr sz="1500">
                <a:solidFill>
                  <a:srgbClr val="A9B1D3"/>
                </a:solidFill>
                <a:latin typeface="Aptos"/>
              </a:defRPr>
            </a:pPr>
            <a:r>
              <a:t>•  No premium membership is needed to use the app.</a:t>
            </a:r>
          </a:p>
          <a:p>
            <a:pPr>
              <a:spcAft>
                <a:spcPts val="1200"/>
              </a:spcAft>
              <a:defRPr sz="1500">
                <a:solidFill>
                  <a:srgbClr val="A9B1D3"/>
                </a:solidFill>
                <a:latin typeface="Aptos"/>
              </a:defRPr>
            </a:pPr>
            <a:r>
              <a:t>•  Installed separately from TuneWave; playback happens in NewPipe.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4069080" cy="219456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16368" y="2029968"/>
            <a:ext cx="36667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9A78FF"/>
                </a:solidFill>
                <a:latin typeface="Aptos"/>
              </a:defRPr>
            </a:pPr>
            <a:r>
              <a:t>OFFICIAL INSTALL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2423160"/>
            <a:ext cx="3666744" cy="148132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newpipe.net/FAQ/tutorials/install-add-fdroid-repo/</a:t>
            </a:r>
            <a:br/>
            <a:br/>
            <a:r>
              <a:t>Use a trusted source and follow the project instructions.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480560"/>
            <a:ext cx="39319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A9B1D3"/>
                </a:solidFill>
                <a:latin typeface="Aptos"/>
              </a:defRPr>
            </a:pPr>
            <a:r>
              <a:t>Note: NewPipe is an independent project, not an official YouTube/Google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5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9B1D3"/>
                </a:solidFill>
                <a:latin typeface="Aptos"/>
              </a:defRPr>
            </a:pPr>
            <a:r>
              <a:t>TUNEWAVE · GTU RWPD 2026 · TOPIC #22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5F4E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F5F5FF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A9B1D3"/>
                </a:solidFill>
                <a:latin typeface="Aptos"/>
              </a:defRPr>
            </a:pPr>
            <a:r>
              <a:t>A link handoff: TuneWave searches by query, NewPipe plays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2560320" cy="205740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313432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65F4E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79192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65F4E5"/>
                </a:solidFill>
                <a:latin typeface="Aptos"/>
              </a:defRPr>
            </a:pPr>
            <a:r>
              <a:t>Enter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72384"/>
            <a:ext cx="2157984" cy="101498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Song, artist or mood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880360"/>
            <a:ext cx="29260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300" b="1">
                <a:solidFill>
                  <a:srgbClr val="65F4E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148840"/>
            <a:ext cx="2560320" cy="205740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313432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9A78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679192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9A78FF"/>
                </a:solidFill>
                <a:latin typeface="Aptos"/>
              </a:defRPr>
            </a:pPr>
            <a:r>
              <a:t>Encode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072384"/>
            <a:ext cx="2157984" cy="101498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JavaScript safely encodes the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7" y="2880360"/>
            <a:ext cx="29260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300" b="1">
                <a:solidFill>
                  <a:srgbClr val="65F4E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148840"/>
            <a:ext cx="2560320" cy="205740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313432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FF5FC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679192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FF5FC8"/>
                </a:solidFill>
                <a:latin typeface="Aptos"/>
              </a:defRPr>
            </a:pPr>
            <a:r>
              <a:t>Android intent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072384"/>
            <a:ext cx="2157984" cy="101498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Ask Android to open NewPipe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2880360"/>
            <a:ext cx="29260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300" b="1">
                <a:solidFill>
                  <a:srgbClr val="65F4E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148840"/>
            <a:ext cx="2560320" cy="205740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2313432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65F4E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2679192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65F4E5"/>
                </a:solidFill>
                <a:latin typeface="Aptos"/>
              </a:defRPr>
            </a:pPr>
            <a:r>
              <a:t>Play in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3072384"/>
            <a:ext cx="2157984" cy="101498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NewPipe owns playback and lock-screen 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37760"/>
            <a:ext cx="105156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A9B1D3"/>
                </a:solidFill>
                <a:latin typeface="Aptos"/>
              </a:defRPr>
            </a:pPr>
            <a:r>
              <a:t>Fallback: PC, Mac, iPhone and iPad open the YouTube results page in a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5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9B1D3"/>
                </a:solidFill>
                <a:latin typeface="Aptos"/>
              </a:defRPr>
            </a:pPr>
            <a:r>
              <a:t>TUNEWAVE · GTU RWPD 2026 · TOPIC #22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5F4E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F5F5FF"/>
                </a:solidFill>
                <a:latin typeface="Aptos"/>
              </a:defRPr>
            </a:pPr>
            <a:r>
              <a:t>Website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A9B1D3"/>
                </a:solidFill>
                <a:latin typeface="Aptos"/>
              </a:defRPr>
            </a:pPr>
            <a:r>
              <a:t>What can be demonstrated during the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429000" cy="1664208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56232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65F4E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21992"/>
            <a:ext cx="302666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65F4E5"/>
                </a:solidFill>
                <a:latin typeface="Aptos"/>
              </a:defRPr>
            </a:pPr>
            <a:r>
              <a:t>Search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615184"/>
            <a:ext cx="3026664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Enter title, artist, genre or mood.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429000" cy="1664208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9A78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21992"/>
            <a:ext cx="302666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9A78FF"/>
                </a:solidFill>
                <a:latin typeface="Aptos"/>
              </a:defRPr>
            </a:pPr>
            <a:r>
              <a:t>Quick searches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15184"/>
            <a:ext cx="3026664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Bollywood, Gujarati, lofi and pop shortcuts.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91640"/>
            <a:ext cx="3429000" cy="1664208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56232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FF5FC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21992"/>
            <a:ext cx="302666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FF5FC8"/>
                </a:solidFill>
                <a:latin typeface="Aptos"/>
              </a:defRPr>
            </a:pPr>
            <a:r>
              <a:t>NewPipe handoff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615184"/>
            <a:ext cx="3026664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Android intent URI targets the NewPipe app.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49039"/>
            <a:ext cx="3429000" cy="1664208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913631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65F4E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279392"/>
            <a:ext cx="302666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65F4E5"/>
                </a:solidFill>
                <a:latin typeface="Aptos"/>
              </a:defRPr>
            </a:pPr>
            <a:r>
              <a:t>Browser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672583"/>
            <a:ext cx="3026664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Open normal YouTube search on any device.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749039"/>
            <a:ext cx="3429000" cy="1664208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913631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9A78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279392"/>
            <a:ext cx="302666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9A78FF"/>
                </a:solidFill>
                <a:latin typeface="Aptos"/>
              </a:defRPr>
            </a:pPr>
            <a:r>
              <a:t>Recent searches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672583"/>
            <a:ext cx="3026664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Up to eight queries saved locally with localStorage.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749039"/>
            <a:ext cx="3429000" cy="1664208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913631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FF5FC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279392"/>
            <a:ext cx="302666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FF5FC8"/>
                </a:solidFill>
                <a:latin typeface="Aptos"/>
              </a:defRPr>
            </a:pPr>
            <a:r>
              <a:t>PWA shell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672583"/>
            <a:ext cx="3026664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Manifest, icons and service worker for supported installs.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5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9B1D3"/>
                </a:solidFill>
                <a:latin typeface="Aptos"/>
              </a:defRPr>
            </a:pPr>
            <a:r>
              <a:t>TUNEWAVE · GTU RWPD 2026 · TOPIC #22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5F4E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F5F5FF"/>
                </a:solidFill>
                <a:latin typeface="Aptos"/>
              </a:defRPr>
            </a:pPr>
            <a:r>
              <a:t>Technology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A9B1D3"/>
                </a:solidFill>
                <a:latin typeface="Aptos"/>
              </a:defRPr>
            </a:pPr>
            <a:r>
              <a:t>Beginner-friendly tools used in a Semester 3 web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2743200" cy="182880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38528"/>
            <a:ext cx="234086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65F4E5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2340864" cy="111556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Builds the search form, cards, links and explanatory sections.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37360"/>
            <a:ext cx="2743200" cy="182880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938528"/>
            <a:ext cx="234086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9A78FF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331720"/>
            <a:ext cx="2340864" cy="111556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Dark premium theme, layout grid, buttons and mobile responsive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2743200" cy="182880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938528"/>
            <a:ext cx="234086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FF5FC8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331720"/>
            <a:ext cx="2340864" cy="111556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URL encoding, Android detection, intent launch and local recent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737360"/>
            <a:ext cx="2331720" cy="182880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36608" y="1938528"/>
            <a:ext cx="192938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65F4E5"/>
                </a:solidFill>
                <a:latin typeface="Aptos"/>
              </a:defRPr>
            </a:pPr>
            <a:r>
              <a:t>PWA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2331720"/>
            <a:ext cx="1929384" cy="111556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Manifest and service worker cache the website shell.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106070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F5F5FF"/>
                </a:solidFill>
                <a:latin typeface="Aptos"/>
              </a:defRPr>
            </a:pPr>
            <a:r>
              <a:t>No API key is needed because TuneWave delegates the search to the app or YouTube browser.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4241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A9B1D3"/>
                </a:solidFill>
                <a:latin typeface="Aptos"/>
              </a:defRPr>
            </a:pPr>
            <a:r>
              <a:t>Key web concepts: URLSearchParams · encodeURIComponent · localStorage · serviceWorker.register()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5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9B1D3"/>
                </a:solidFill>
                <a:latin typeface="Aptos"/>
              </a:defRPr>
            </a:pPr>
            <a:r>
              <a:t>TUNEWAVE · GTU RWPD 2026 · TOPIC #22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5F4E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F5F5FF"/>
                </a:solidFill>
                <a:latin typeface="Aptos"/>
              </a:defRPr>
            </a:pPr>
            <a:r>
              <a:t>Limitations and responsible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A9B1D3"/>
                </a:solidFill>
                <a:latin typeface="Aptos"/>
              </a:defRPr>
            </a:pPr>
            <a:r>
              <a:t>The project does not promise features it cannot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49240" cy="338328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47088"/>
            <a:ext cx="494690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FF5FC8"/>
                </a:solidFill>
                <a:latin typeface="Aptos"/>
              </a:defRPr>
            </a:pPr>
            <a:r>
              <a:t>PLATFORM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40280"/>
            <a:ext cx="4946903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• NewPipe is Android-only.</a:t>
            </a:r>
            <a:br/>
            <a:r>
              <a:t>• The website itself is not the music player.</a:t>
            </a:r>
            <a:br/>
            <a:r>
              <a:t>• PC/iOS use normal YouTube and its usual ads/background rules.</a:t>
            </a:r>
            <a:br/>
            <a:r>
              <a:t>• Every video cannot be guaranteed playable.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49240" cy="338328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47088"/>
            <a:ext cx="494690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65F4E5"/>
                </a:solidFill>
                <a:latin typeface="Aptos"/>
              </a:defRPr>
            </a:pPr>
            <a:r>
              <a:t>SOURCE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946903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• NewPipe is an independent third-party project.</a:t>
            </a:r>
            <a:br/>
            <a:r>
              <a:t>• YouTube page/internal interfaces can change.</a:t>
            </a:r>
            <a:br/>
            <a:r>
              <a:t>• Removed, restricted or unavailable videos may fail.</a:t>
            </a:r>
            <a:br/>
            <a:r>
              <a:t>• TuneWave does not block ads or extract/host audio.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1">
                <a:solidFill>
                  <a:srgbClr val="A9B1D3"/>
                </a:solidFill>
                <a:latin typeface="Aptos"/>
              </a:defRPr>
            </a:pPr>
            <a:r>
              <a:t>Background playback on Android is provided by NewPipe, subject to Android/device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5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9B1D3"/>
                </a:solidFill>
                <a:latin typeface="Aptos"/>
              </a:defRPr>
            </a:pPr>
            <a:r>
              <a:t>TUNEWAVE · GTU RWPD 2026 · TOPIC #22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5F4E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F5F5FF"/>
                </a:solidFill>
                <a:latin typeface="Aptos"/>
              </a:defRPr>
            </a:pPr>
            <a:r>
              <a:t>Testing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A9B1D3"/>
                </a:solidFill>
                <a:latin typeface="Aptos"/>
              </a:defRPr>
            </a:pPr>
            <a:r>
              <a:t>Test the handoff on a real Android 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12080" cy="118872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65F4E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48097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65F4E5"/>
                </a:solidFill>
                <a:latin typeface="Aptos"/>
              </a:defRPr>
            </a:pPr>
            <a:r>
              <a:t>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23744"/>
            <a:ext cx="4809744" cy="14630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Run under localhost or HTTPS.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212080" cy="118872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64792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9A78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30552"/>
            <a:ext cx="48097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9A78FF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523744"/>
            <a:ext cx="4809744" cy="14630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Enter an artist and submit; action cards update.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44952"/>
            <a:ext cx="5212080" cy="118872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209544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65F4E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575304"/>
            <a:ext cx="48097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65F4E5"/>
                </a:solidFill>
                <a:latin typeface="Aptos"/>
              </a:defRPr>
            </a:pPr>
            <a:r>
              <a:t>Android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968496"/>
            <a:ext cx="4809744" cy="14630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With NewPipe installed, tap Open in NewPipe.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044952"/>
            <a:ext cx="5212080" cy="118872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209544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9A78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575304"/>
            <a:ext cx="48097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9A78FF"/>
                </a:solidFill>
                <a:latin typeface="Aptos"/>
              </a:defRPr>
            </a:pPr>
            <a:r>
              <a:t>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968496"/>
            <a:ext cx="4809744" cy="14630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Tap Open YouTube and check a browser tab opens.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89704"/>
            <a:ext cx="5212080" cy="118872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654296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65F4E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020056"/>
            <a:ext cx="48097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65F4E5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413248"/>
            <a:ext cx="4809744" cy="14630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Refresh and confirm recent queries persist; clear them.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489704"/>
            <a:ext cx="5212080" cy="118872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4654296"/>
            <a:ext cx="43891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1">
                <a:solidFill>
                  <a:srgbClr val="9A78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5020056"/>
            <a:ext cx="48097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9A78FF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413248"/>
            <a:ext cx="4809744" cy="14630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Start playback inside NewPipe, lock screen, test media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5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9B1D3"/>
                </a:solidFill>
                <a:latin typeface="Aptos"/>
              </a:defRPr>
            </a:pPr>
            <a:r>
              <a:t>TUNEWAVE · GTU RWPD 2026 · TOPIC #22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5F4E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148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900" b="1">
                <a:solidFill>
                  <a:srgbClr val="F5F5FF"/>
                </a:solidFill>
                <a:latin typeface="Aptos"/>
              </a:defRPr>
            </a:pPr>
            <a:r>
              <a:t>Conclusion and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A9B1D3"/>
                </a:solidFill>
                <a:latin typeface="Aptos"/>
              </a:defRPr>
            </a:pPr>
            <a:r>
              <a:t>TuneWave is a responsive search bridge, NewPipe is the Android 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852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300" b="1">
                <a:solidFill>
                  <a:srgbClr val="F5F5FF"/>
                </a:solidFill>
                <a:latin typeface="Aptos"/>
              </a:defRPr>
            </a:pPr>
            <a:r>
              <a:t>Search simply. Launch clearly. Be honest about platform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5577840" cy="1828800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A9B1D3"/>
                </a:solidFill>
                <a:latin typeface="Aptos"/>
              </a:defRPr>
            </a:pPr>
            <a:r>
              <a:t>•  HTML + CSS + JavaScript website.</a:t>
            </a:r>
          </a:p>
          <a:p>
            <a:pPr>
              <a:spcAft>
                <a:spcPts val="1200"/>
              </a:spcAft>
              <a:defRPr sz="1500">
                <a:solidFill>
                  <a:srgbClr val="A9B1D3"/>
                </a:solidFill>
                <a:latin typeface="Aptos"/>
              </a:defRPr>
            </a:pPr>
            <a:r>
              <a:t>•  NewPipe link handoff on Android.</a:t>
            </a:r>
          </a:p>
          <a:p>
            <a:pPr>
              <a:spcAft>
                <a:spcPts val="1200"/>
              </a:spcAft>
              <a:defRPr sz="1500">
                <a:solidFill>
                  <a:srgbClr val="A9B1D3"/>
                </a:solidFill>
                <a:latin typeface="Aptos"/>
              </a:defRPr>
            </a:pPr>
            <a:r>
              <a:t>•  YouTube browser fallback on other devices.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691640"/>
            <a:ext cx="4526280" cy="2377440"/>
          </a:xfrm>
          <a:prstGeom prst="roundRect">
            <a:avLst/>
          </a:prstGeom>
          <a:solidFill>
            <a:srgbClr val="141830"/>
          </a:solidFill>
          <a:ln>
            <a:solidFill>
              <a:srgbClr val="37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3448" y="1892808"/>
            <a:ext cx="41239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65F4E5"/>
                </a:solidFill>
                <a:latin typeface="Aptos"/>
              </a:defRPr>
            </a:pPr>
            <a:r>
              <a:t>PROJECT 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2286000"/>
            <a:ext cx="4123944" cy="1664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A9B1D3"/>
                </a:solidFill>
                <a:latin typeface="Aptos"/>
              </a:defRPr>
            </a:pPr>
            <a:r>
              <a:t>NewPipe: https://newpipe.net/</a:t>
            </a:r>
            <a:br/>
            <a:r>
              <a:t>Source: github.com/TeamNewPipe/NewPipe</a:t>
            </a:r>
            <a:br/>
            <a:r>
              <a:t>Install: newpipe.net/FAQ/tutorials/install-add-fdroid-repo/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4617720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900" b="1">
                <a:solidFill>
                  <a:srgbClr val="9A78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4924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1">
                <a:solidFill>
                  <a:srgbClr val="A9B1D3"/>
                </a:solidFill>
                <a:latin typeface="Aptos"/>
              </a:defRPr>
            </a:pPr>
            <a:r>
              <a:t>Made By Kirtan Ka.patel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